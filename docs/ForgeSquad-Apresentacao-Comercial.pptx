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389120" y="914400"/>
            <a:ext cx="3383280" cy="347472"/>
          </a:xfrm>
          <a:prstGeom prst="roundRect">
            <a:avLst>
              <a:gd name="adj" fmla="val 31579"/>
            </a:avLst>
          </a:prstGeom>
          <a:solidFill>
            <a:srgbClr val="141430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9144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Apresentacao executiva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828800" y="29260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de orquestracao agentic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engenharia de software regulada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84048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estruturacao de requisitos a execucao com governanca, approval gates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rastreabilidade para ambientes enterprise.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06240" y="484632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48463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0" y="484632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48463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0" y="484632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8463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DATA  |  Bruno Oliveira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que as empresas tem hoje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adocao de IA em engenharia avancou, mas a operacao continua fragmentada e dificil de governar.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5176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116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desconectadas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Multiplas solucoes atuam em trechos do ciclo, cada uma com contexto e evidencias proprias.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011680"/>
            <a:ext cx="265176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20116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66160" y="2834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Coordenacao cara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6160" y="3291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Muito tempo ainda e gasto em alinhamento, handoffs, aprovacao e retrabalho.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265176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116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834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Governanca limitada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3291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trilha clara de decisao, accountability e checkpoints, a confianca cai.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560" y="2011680"/>
            <a:ext cx="265176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560" y="2011680"/>
            <a:ext cx="26517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Text 20"/>
          <p:cNvSpPr/>
          <p:nvPr/>
        </p:nvSpPr>
        <p:spPr>
          <a:xfrm>
            <a:off x="923544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235440" y="2834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inconsistente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35440" y="3291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Escalar delivery com qualidade e conformidade continua dependente de esforco humano intenso.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11118"/>
          </a:solidFill>
          <a:ln w="12700">
            <a:solidFill>
              <a:srgbClr val="25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029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espaco de valor esta em organizar agentes, ferramentas e pessoas em um fluxo governavel de engenharia.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 o ForgeSquad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modelo operacional de squad de IA para executar engenharia com supervisao humana e rastreabilidade.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virtual especializado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97383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6032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2560320"/>
            <a:ext cx="97383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256032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Lead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2560320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560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Negocios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2971800"/>
            <a:ext cx="818388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71800"/>
            <a:ext cx="81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51760" y="2971800"/>
            <a:ext cx="896112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29718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0" y="2971800"/>
            <a:ext cx="429768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971800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83280"/>
            <a:ext cx="1129284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383280"/>
            <a:ext cx="11292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Writer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651760" y="3383280"/>
            <a:ext cx="429768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3383280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3383280"/>
            <a:ext cx="1440180" cy="292608"/>
          </a:xfrm>
          <a:prstGeom prst="roundRect">
            <a:avLst>
              <a:gd name="adj" fmla="val 25000"/>
            </a:avLst>
          </a:prstGeom>
          <a:solidFill>
            <a:srgbClr val="0F2922"/>
          </a:solidFill>
          <a:ln w="12700">
            <a:solidFill>
              <a:srgbClr val="1B5E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3383280"/>
            <a:ext cx="1440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Advisor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32320" y="2103120"/>
            <a:ext cx="2194560" cy="11887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0" y="2103120"/>
            <a:ext cx="21945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2240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7223760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509760" y="2103120"/>
            <a:ext cx="2194560" cy="11887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2103120"/>
            <a:ext cx="21945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9509760" y="2240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601200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32320" y="3474720"/>
            <a:ext cx="2194560" cy="11887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0" y="3474720"/>
            <a:ext cx="21945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0" y="3611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722376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automatizados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509760" y="3474720"/>
            <a:ext cx="2194560" cy="11887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09760" y="3474720"/>
            <a:ext cx="21945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9509760" y="3611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400" dirty="0"/>
          </a:p>
        </p:txBody>
      </p:sp>
      <p:sp>
        <p:nvSpPr>
          <p:cNvPr id="39" name="Text 37"/>
          <p:cNvSpPr/>
          <p:nvPr/>
        </p:nvSpPr>
        <p:spPr>
          <a:xfrm>
            <a:off x="96012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humanos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solidFill>
            <a:srgbClr val="111118"/>
          </a:solidFill>
          <a:ln w="12700">
            <a:solidFill>
              <a:srgbClr val="2525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handoff relevante passa por approval gate e registro de decisao.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nao e "autonomia cega"; e throughput com controle operacional.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ForgeSquad opera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camada de orquestracao que conecta interface, pipeline, agentes e governanca.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solidFill>
            <a:srgbClr val="141440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011680"/>
            <a:ext cx="54864" cy="7315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CLI, IDE plugin, dashboard e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6974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solidFill>
            <a:srgbClr val="0F2922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17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Orquestracao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0" y="30175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runner, squad manager e routing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7033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4023360"/>
            <a:ext cx="10698480" cy="731520"/>
          </a:xfrm>
          <a:prstGeom prst="rect">
            <a:avLst/>
          </a:prstGeom>
          <a:solidFill>
            <a:srgbClr val="2A1F0A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023360"/>
            <a:ext cx="54864" cy="7315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0233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4023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Execucao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0233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especializados e skills por funcao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7091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</a:rPr>
              <a:t>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solidFill>
            <a:srgbClr val="1A0F2A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029200"/>
            <a:ext cx="54864" cy="7315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0292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5029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Governanca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114800" y="5029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gates, audit trail e evidencias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solidFill>
            <a:srgbClr val="111118"/>
          </a:solidFill>
          <a:ln w="12700">
            <a:solidFill>
              <a:srgbClr val="2525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669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engenharia mais previsivel, auditavel e replicavel sem trocar todo o stack que a empresa ja usa.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para a empresa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beneficio e combinar aceleracao com governanca — especialmente onde conformidade e previsibilidade importam.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212080" cy="4114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011680"/>
            <a:ext cx="52120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 negocio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834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Reduz atrito operacional entre etapas do ciclo de engenharia.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Aumenta previsibilidade de execucao e visibilidade para gestao.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Padroniza artefatos, documentacao e criterios de aprovacao.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4754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Favorece auditoria, accountability e historico de decisao.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011680"/>
            <a:ext cx="5212080" cy="4114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2011680"/>
            <a:ext cx="52120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isso importa em ambientes regulados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2834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Aprovacao humana explicita nos pontos criticos.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474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Rastreabilidade por artefato, agente, fase e decisao.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1148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Estrutura favoravel a politicas internas e evidencias de compliance.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754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Base para escalar delivery sem perder controle.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prioritarios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melhor entrada comercial e comecar por fluxos onde repetibilidade, governanca e documentacao agregam valor imediato.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394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011680"/>
            <a:ext cx="53949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Modernizacao de legado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arquitetura atual, priorizar componentes e acelerar trilhas de modernizacao com documentacao e checkpoints.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5394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011680"/>
            <a:ext cx="53949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286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2743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reguladas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29400" y="3154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requisitos, arquitetura, implementacao e evidencias para APIs com exigencia de conformidade e revisao.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114800"/>
            <a:ext cx="5394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114800"/>
            <a:ext cx="53949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4846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Sustentacao inteligente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5257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codebase, registrar contexto e apoiar correcoes, melhorias e handoffs com rastreabilidade.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4114800"/>
            <a:ext cx="5394960" cy="18288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4114800"/>
            <a:ext cx="539496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Text 20"/>
          <p:cNvSpPr/>
          <p:nvPr/>
        </p:nvSpPr>
        <p:spPr>
          <a:xfrm>
            <a:off x="662940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29400" y="4846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 de software governada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29400" y="5257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Padronizar squads, artefatos e aprovacoes para multiplos projetos com visao centralizada de execucao.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 trabalha com o ecossistema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mercado ja usa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nao e substituir suas ferramentas; e transforma-las em uma operacao coordenada de engenharia.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212080" cy="3840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03120"/>
            <a:ext cx="52120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 de integracao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3017520"/>
            <a:ext cx="662940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017520"/>
            <a:ext cx="662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86000" y="3017520"/>
            <a:ext cx="136245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301752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3017520"/>
            <a:ext cx="58521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30175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3474720"/>
            <a:ext cx="58521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4747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11680" y="3474720"/>
            <a:ext cx="97383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347472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SonarQube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83280" y="3474720"/>
            <a:ext cx="97383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347472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StackSpot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5840" y="3931920"/>
            <a:ext cx="1984248" cy="292608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93192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ferramentas internas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2103120"/>
            <a:ext cx="5212080" cy="384048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2103120"/>
            <a:ext cx="52120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diferencia o ForgeSquad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2926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Organiza papeis de squad, handoffs e checkpoints em um fluxo unico.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35661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Conecta execucao tecnica com aprovacao humana e evidencia auditavel.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92240" y="4206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Permite criar templates e packs por dominio, stack ou politica corporativa.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846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Mantem a empresa dona do modelo operacional, e nao refem de uma unica ferramenta.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comecar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recomendacao e iniciar com um piloto delimitado, metricas claras e um fluxo onde o ganho possa ser medido.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9748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031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fluxo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Ex.: API regulada, modernizacao ou sustentacao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926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366F1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29000" y="2103120"/>
            <a:ext cx="269748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21031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5196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1188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baseline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time, retrabalho, aprovacoes e defeitos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926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366F1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309360" y="2103120"/>
            <a:ext cx="269748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21031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piloto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Backlog delimitado, checkpoints e evidencias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06840" y="2926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366F1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89720" y="2103120"/>
            <a:ext cx="2697480" cy="256032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89720" y="2103120"/>
            <a:ext cx="269748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5" name="Text 23"/>
          <p:cNvSpPr/>
          <p:nvPr/>
        </p:nvSpPr>
        <p:spPr>
          <a:xfrm>
            <a:off x="1001268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37260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resultado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72600" y="34747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com ganhos, limites e proximos passos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64240" cy="594360"/>
          </a:xfrm>
          <a:prstGeom prst="rect">
            <a:avLst/>
          </a:prstGeom>
          <a:solidFill>
            <a:srgbClr val="111118"/>
          </a:solidFill>
          <a:ln w="12700">
            <a:solidFill>
              <a:srgbClr val="2525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1206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Metricas minimas recomendadas: lead time por fase  •  tempo ate aprovacao  •  retrabalho  •  defeitos pos-release  •  custo por feature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Mensagens finais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137160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ForgeSquad organiza agentes, ferramentas e pessoas em um modelo de engenharia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previsivel, governavel e rastreavel.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219456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empresas que operam sob exigencia de qualidade, compliance e escala,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nao e apenas acelerar. E acelerar com controle.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301752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30175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0" y="3017520"/>
            <a:ext cx="97383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01752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auditavel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0" y="3017520"/>
            <a:ext cx="973836" cy="292608"/>
          </a:xfrm>
          <a:prstGeom prst="roundRect">
            <a:avLst>
              <a:gd name="adj" fmla="val 25000"/>
            </a:avLst>
          </a:prstGeom>
          <a:solidFill>
            <a:srgbClr val="141430"/>
          </a:solidFill>
          <a:ln w="12700">
            <a:solidFill>
              <a:srgbClr val="3A3A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3017520"/>
            <a:ext cx="9738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escalavel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0" y="3657600"/>
            <a:ext cx="6675120" cy="2743200"/>
          </a:xfrm>
          <a:prstGeom prst="rect">
            <a:avLst/>
          </a:prstGeom>
          <a:solidFill>
            <a:srgbClr val="1E1E28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3657600"/>
            <a:ext cx="667512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3017520" y="393192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Proximo passo recomendado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00400" y="44805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Selecionar um fluxo prioritario e estruturar um piloto executivo</a:t>
            </a:r>
            <a:endParaRPr lang="en-US" sz="13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baseline, checkpoints e criterio claro de sucesso.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00400" y="52120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Oliveira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5486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DATA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5852160"/>
            <a:ext cx="4572000" cy="411480"/>
          </a:xfrm>
          <a:prstGeom prst="roundRect">
            <a:avLst>
              <a:gd name="adj" fmla="val 33333"/>
            </a:avLst>
          </a:prstGeom>
          <a:solidFill>
            <a:srgbClr val="141430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uma demonstracao ou workshop de discovery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ForgeSquad - Apresentacao Executiva</dc:title>
  <dc:subject>PptxGenJS Presentation</dc:subject>
  <dc:creator>Bruno Oliveira</dc:creator>
  <cp:lastModifiedBy>Bruno Oliveira</cp:lastModifiedBy>
  <cp:revision>1</cp:revision>
  <dcterms:created xsi:type="dcterms:W3CDTF">2026-03-18T20:48:18Z</dcterms:created>
  <dcterms:modified xsi:type="dcterms:W3CDTF">2026-03-18T20:48:18Z</dcterms:modified>
</cp:coreProperties>
</file>